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20040" cy="320040"/>
          </a:xfrm>
          <a:prstGeom prst="rect">
            <a:avLst/>
          </a:prstGeom>
          <a:solidFill>
            <a:srgbClr val="C9A227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20040" cy="320040"/>
          </a:xfrm>
          <a:prstGeom prst="rect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463040"/>
            <a:ext cx="320040" cy="320040"/>
          </a:xfrm>
          <a:prstGeom prst="rect">
            <a:avLst/>
          </a:prstGeom>
          <a:solidFill>
            <a:srgbClr val="C9A227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914400"/>
            <a:ext cx="320040" cy="320040"/>
          </a:xfrm>
          <a:prstGeom prst="rect">
            <a:avLst/>
          </a:prstGeom>
          <a:solidFill>
            <a:srgbClr val="C9A227">
              <a:alpha val="2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1188720"/>
            <a:ext cx="320040" cy="320040"/>
          </a:xfrm>
          <a:prstGeom prst="rect">
            <a:avLst/>
          </a:prstGeom>
          <a:solidFill>
            <a:srgbClr val="C9A227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560320" y="1463040"/>
            <a:ext cx="320040" cy="320040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017520" y="914400"/>
            <a:ext cx="320040" cy="320040"/>
          </a:xfrm>
          <a:prstGeom prst="rect">
            <a:avLst/>
          </a:prstGeom>
          <a:solidFill>
            <a:srgbClr val="C9A227">
              <a:alpha val="3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188720"/>
            <a:ext cx="320040" cy="320040"/>
          </a:xfrm>
          <a:prstGeom prst="rect">
            <a:avLst/>
          </a:prstGeom>
          <a:solidFill>
            <a:srgbClr val="C9A227">
              <a:alpha val="3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931920" y="1463040"/>
            <a:ext cx="320040" cy="320040"/>
          </a:xfrm>
          <a:prstGeom prst="rect">
            <a:avLst/>
          </a:prstGeom>
          <a:solidFill>
            <a:srgbClr val="C9A227">
              <a:alpha val="3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389120" y="914400"/>
            <a:ext cx="320040" cy="320040"/>
          </a:xfrm>
          <a:prstGeom prst="rect">
            <a:avLst/>
          </a:prstGeom>
          <a:solidFill>
            <a:srgbClr val="C9A227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846320" y="1188720"/>
            <a:ext cx="320040" cy="320040"/>
          </a:xfrm>
          <a:prstGeom prst="rect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0" y="1463040"/>
            <a:ext cx="320040" cy="320040"/>
          </a:xfrm>
          <a:prstGeom prst="rect">
            <a:avLst/>
          </a:prstGeom>
          <a:solidFill>
            <a:srgbClr val="C9A227">
              <a:alpha val="4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60720" y="914400"/>
            <a:ext cx="320040" cy="320040"/>
          </a:xfrm>
          <a:prstGeom prst="rect">
            <a:avLst/>
          </a:prstGeom>
          <a:solidFill>
            <a:srgbClr val="C9A227">
              <a:alpha val="4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188720"/>
            <a:ext cx="320040" cy="320040"/>
          </a:xfrm>
          <a:prstGeom prst="rect">
            <a:avLst/>
          </a:prstGeom>
          <a:solidFill>
            <a:srgbClr val="C9A227">
              <a:alpha val="4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1463040"/>
            <a:ext cx="320040" cy="320040"/>
          </a:xfrm>
          <a:prstGeom prst="rect">
            <a:avLst/>
          </a:prstGeom>
          <a:solidFill>
            <a:srgbClr val="C9A227">
              <a:alpha val="4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0" y="914400"/>
            <a:ext cx="320040" cy="320040"/>
          </a:xfrm>
          <a:prstGeom prst="rect">
            <a:avLst/>
          </a:prstGeom>
          <a:solidFill>
            <a:srgbClr val="C9A227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589520" y="1188720"/>
            <a:ext cx="320040" cy="320040"/>
          </a:xfrm>
          <a:prstGeom prst="rect">
            <a:avLst/>
          </a:prstGeom>
          <a:solidFill>
            <a:srgbClr val="C9A227">
              <a:alpha val="5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1463040"/>
            <a:ext cx="320040" cy="320040"/>
          </a:xfrm>
          <a:prstGeom prst="rect">
            <a:avLst/>
          </a:prstGeom>
          <a:solidFill>
            <a:srgbClr val="C9A227">
              <a:alpha val="5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914400"/>
            <a:ext cx="320040" cy="320040"/>
          </a:xfrm>
          <a:prstGeom prst="rect">
            <a:avLst/>
          </a:prstGeom>
          <a:solidFill>
            <a:srgbClr val="C9A227">
              <a:alpha val="5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61120" y="1188720"/>
            <a:ext cx="320040" cy="320040"/>
          </a:xfrm>
          <a:prstGeom prst="rect">
            <a:avLst/>
          </a:prstGeom>
          <a:solidFill>
            <a:srgbClr val="C9A227">
              <a:alpha val="5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1828800"/>
            <a:ext cx="137160" cy="1645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实务指南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合同审查要点清单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常用合同条款风险识别与修订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57200" y="3566160"/>
            <a:ext cx="274320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合同审查清单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Checklist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主体审查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营业执照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法定代表人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授权委托书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资信情况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05840"/>
            <a:ext cx="3931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标的条款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标的描述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数量规格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交付方式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价款条款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金额约定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6888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支付方式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支付时间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发票开具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01752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017520"/>
            <a:ext cx="3931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违约责任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4632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违约金比例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7512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损失赔偿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78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免责条款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7512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866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不可抗力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合同审查清单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Checklist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主体审查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营业执照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法定代表人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授权委托书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资信情况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05840"/>
            <a:ext cx="3931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标的条款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标的描述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数量规格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交付方式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价款条款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金额约定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6888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支付方式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支付时间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发票开具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01752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017520"/>
            <a:ext cx="3931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违约责任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4632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违约金比例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7512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损失赔偿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78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免责条款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7512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866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不可抗力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合同审查清单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Checklist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主体审查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营业执照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法定代表人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授权委托书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资信情况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05840"/>
            <a:ext cx="3931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标的条款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标的描述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数量规格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交付方式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价款条款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金额约定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6888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支付方式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支付时间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发票开具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01752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017520"/>
            <a:ext cx="3931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违约责任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4632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违约金比例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7512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损失赔偿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78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免责条款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7512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866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不可抗力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82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合同审查清单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 Checklist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0" y="292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49808"/>
            <a:ext cx="137160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主体审查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营业执照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法定代表人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授权委托书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资信情况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005840"/>
            <a:ext cx="3931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078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标的条款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标的描述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155448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554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数量规格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214884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交付方式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01752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价款条款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金额约定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6888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支付方式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支付时间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发票开具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01752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017520"/>
            <a:ext cx="393192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3090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违约责任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4632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违约金比例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75120" y="356616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损失赔偿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4632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78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免责条款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75120" y="4160520"/>
            <a:ext cx="32004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866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不可抗力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5010912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A4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82880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4389120" y="1828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FA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9120" y="3108960"/>
            <a:ext cx="3657600" cy="0"/>
          </a:xfrm>
          <a:prstGeom prst="line">
            <a:avLst/>
          </a:prstGeom>
          <a:noFill/>
          <a:ln w="635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0" y="3291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湖南金厚（宁乡）律师事务所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宁乡分所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TEL: 139 7589 2485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湖南金厚（宁乡）律师事务所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合同审查要点清单</dc:title>
  <dc:subject>PptxGenJS Presentation</dc:subject>
  <dc:creator>法律智囊</dc:creator>
  <cp:lastModifiedBy>法律智囊</cp:lastModifiedBy>
  <cp:revision>1</cp:revision>
  <dcterms:created xsi:type="dcterms:W3CDTF">2026-03-23T04:29:47Z</dcterms:created>
  <dcterms:modified xsi:type="dcterms:W3CDTF">2026-03-23T04:29:47Z</dcterms:modified>
</cp:coreProperties>
</file>