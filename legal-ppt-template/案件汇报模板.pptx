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47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463040"/>
            <a:ext cx="182880" cy="2011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案件汇报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建设工程施工合同纠纷案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案号：(2024)湘01民初789号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45720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法院：长沙市中级人民法院  |  日期：2024年6月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案件概要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项目：长沙市某商业综合体项目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¥5,800万元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¥2,100万元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主要争议事项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68880"/>
            <a:ext cx="73152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工程款结算争议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甲方拖延结算审核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73152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工期延误责任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双方互相指责对方责任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14800"/>
            <a:ext cx="73152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质量问题整改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526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整改费用分担存在分歧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案件概要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项目：长沙市某商业综合体项目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¥5,800万元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¥2,100万元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主要争议事项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68880"/>
            <a:ext cx="73152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工程款结算争议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甲方拖延结算审核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73152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工期延误责任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双方互相指责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14800"/>
            <a:ext cx="73152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质量问题整改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526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整改费用分担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案件概要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项目：长沙市某商业综合体项目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¥5,800万元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¥2,100万元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主要争议事项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68880"/>
            <a:ext cx="73152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工程款结算争议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甲方拖延结算审核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73152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工期延误责任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双方互相指责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14800"/>
            <a:ext cx="73152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质量问题整改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526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整改费用分担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案件概要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项目：长沙市某商业综合体项目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¥5,800万元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¥2,100万元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主要争议事项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68880"/>
            <a:ext cx="73152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工程款结算争议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甲方拖延结算审核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73152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工期延误责任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双方互相指责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14800"/>
            <a:ext cx="73152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质量问题整改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526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整改费用分担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案件概要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项目：长沙市某商业综合体项目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¥5,800万元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¥2,100万元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主要争议事项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68880"/>
            <a:ext cx="73152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工程款结算争议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甲方拖延结算审核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73152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工期延误责任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双方互相指责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14800"/>
            <a:ext cx="73152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质量问题整改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526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整改费用分担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案件概要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项目：长沙市某商业综合体项目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¥5,800万元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¥2,100万元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主要争议事项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68880"/>
            <a:ext cx="73152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工程款结算争议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甲方拖延结算审核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73152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工期延误责任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双方互相指责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14800"/>
            <a:ext cx="73152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质量问题整改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526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整改费用分担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案件概要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项目：长沙市某商业综合体项目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¥5,800万元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¥2,100万元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主要争议事项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68880"/>
            <a:ext cx="73152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工程款结算争议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甲方拖延结算审核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73152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工期延误责任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双方互相指责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14800"/>
            <a:ext cx="73152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质量问题整改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526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整改费用分担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案件概要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F2A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项目：长沙市某商业综合体项目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¥5,800万元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¥2,100万元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主要争议事项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68880"/>
            <a:ext cx="73152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工程款结算争议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甲方拖延结算审核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73152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工期延误责任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双方互相指责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14800"/>
            <a:ext cx="73152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质量问题整改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526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整改费用分担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4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182880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0" y="1828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3108960"/>
            <a:ext cx="3657600" cy="0"/>
          </a:xfrm>
          <a:prstGeom prst="line">
            <a:avLst/>
          </a:prstGeom>
          <a:noFill/>
          <a:ln w="635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湖南金厚（宁乡）律师事务所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建设工程施工合同纠纷案</dc:title>
  <dc:subject>PptxGenJS Presentation</dc:subject>
  <dc:creator>法律智囊</dc:creator>
  <cp:lastModifiedBy>法律智囊</cp:lastModifiedBy>
  <cp:revision>1</cp:revision>
  <dcterms:created xsi:type="dcterms:W3CDTF">2026-03-23T05:09:41Z</dcterms:created>
  <dcterms:modified xsi:type="dcterms:W3CDTF">2026-03-23T05:09:41Z</dcterms:modified>
</cp:coreProperties>
</file>