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F2A47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548640" cy="548640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457200"/>
            <a:ext cx="548640" cy="548640"/>
          </a:xfrm>
          <a:prstGeom prst="rect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06640" y="457200"/>
            <a:ext cx="548640" cy="54864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38160" y="457200"/>
            <a:ext cx="548640" cy="548640"/>
          </a:xfrm>
          <a:prstGeom prst="rect">
            <a:avLst/>
          </a:prstGeom>
          <a:solidFill>
            <a:srgbClr val="C9A227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2743200"/>
            <a:ext cx="548640" cy="548640"/>
          </a:xfrm>
          <a:prstGeom prst="rect">
            <a:avLst/>
          </a:prstGeom>
          <a:solidFill>
            <a:srgbClr val="C9A227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2743200"/>
            <a:ext cx="548640" cy="548640"/>
          </a:xfrm>
          <a:prstGeom prst="rect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0" y="2743200"/>
            <a:ext cx="548640" cy="548640"/>
          </a:xfrm>
          <a:prstGeom prst="rect">
            <a:avLst/>
          </a:prstGeom>
          <a:solidFill>
            <a:srgbClr val="C9A227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2743200"/>
            <a:ext cx="548640" cy="548640"/>
          </a:xfrm>
          <a:prstGeom prst="rect">
            <a:avLst/>
          </a:prstGeom>
          <a:solidFill>
            <a:srgbClr val="C9A227">
              <a:alpha val="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645920"/>
            <a:ext cx="182880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尽职调查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645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股权收购尽职调查报告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2860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收购标的：收购30%股权  |  交易金额：人民币1000万元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调查结论：建议开展正式尽调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调查项目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公司基本情况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经营状况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调查进度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8521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56692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收购标的：收购30%股权  |  交易金额：人民币1000万元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调查结论：建议开展正式尽调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调查项目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公司基本情况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经营状况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调查进度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8521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56692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收购标的：收购30%股权  |  交易金额：人民币1000万元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调查结论：建议开展正式尽调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调查项目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公司基本情况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经营状况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调查进度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8521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56692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收购标的：收购30%股权  |  交易金额：人民币1000万元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调查结论：建议开展正式尽调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调查项目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公司基本情况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经营状况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调查进度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8521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56692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收购标的：收购30%股权  |  交易金额：人民币1000万元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调查结论：建议开展正式尽调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调查项目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公司基本情况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经营状况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调查进度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8521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56692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收购标的：收购30%股权  |  交易金额：人民币1000万元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调查结论：建议开展正式尽调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调查项目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公司基本情况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45720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776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经营状况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调查进度</a:t>
            </a:r>
            <a:endParaRPr lang="en-US" sz="12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58521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56692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8288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3108960"/>
            <a:ext cx="365760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湖南金厚（宁乡）律师事务所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股权收购尽职调查报告</dc:title>
  <dc:subject>PptxGenJS Presentation</dc:subject>
  <dc:creator>法律智囊</dc:creator>
  <cp:lastModifiedBy>法律智囊</cp:lastModifiedBy>
  <cp:revision>1</cp:revision>
  <dcterms:created xsi:type="dcterms:W3CDTF">2026-03-23T04:37:10Z</dcterms:created>
  <dcterms:modified xsi:type="dcterms:W3CDTF">2026-03-23T04:37:10Z</dcterms:modified>
</cp:coreProperties>
</file>