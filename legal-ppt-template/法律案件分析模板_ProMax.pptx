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进度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已完成</c:v>
                </c:pt>
                <c:pt idx="1">
                  <c:v>进行中</c:v>
                </c:pt>
                <c:pt idx="2">
                  <c:v>未开始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合同纠纷案件分析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民事诉讼  ·  宁乡市人民法院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(2024)湘0124民初1234号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139 7589 2485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9728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(2024)湘0124民初1234号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案件类型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合同纠纷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09728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审理法院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宁乡市人民法院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286000"/>
            <a:ext cx="73152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原告科技有限公司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28600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被告贸易有限公司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诉讼标的金额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¥2,580,000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94360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立案日期: 2024年3月15日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案件时间线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828800"/>
            <a:ext cx="79552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2023-08-15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合同签订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双方签订采购合同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2023-10-20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违约发生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被告未按期付款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2024-01-08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发送催告函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69164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2024-02-28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向法院提交诉状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691640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2024-04-15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一审开庭审理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1691640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预计一审判决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515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40690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优势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证据链完整充分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合同条款明确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违约事实清楚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51560"/>
            <a:ext cx="4069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劣势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标的金额较大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执行周期较长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40690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机会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对方经营困难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存在和解空间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3063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063240"/>
            <a:ext cx="406908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威胁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4380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对方拖延诉讼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执行难度大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法律要件分析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Legal Elements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合同成立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双方意思表示真实，合同依法成立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536192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609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合同生效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合同符合生效要件，已实际生效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66544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066544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39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履行义务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2157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原告已履行合同约定的全部义务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596896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违约事实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26883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被告存在逾期付款的违约行为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6883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27248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127248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损害结果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3218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原告因被告违约遭受实际经济损失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657600"/>
            <a:ext cx="54864" cy="4754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因果关系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1168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被告违约与原告损失存在直接因果关系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 审查中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187952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187952"/>
            <a:ext cx="54864" cy="47548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主观过错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011680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被告明知违约仍故意拖延履行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待证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诉讼请求与金额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 &amp; Amounts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货款本金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¥2,180,000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0" y="109728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097280"/>
            <a:ext cx="2549804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84.5%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逾期利息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¥286,400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0" y="192024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1920240"/>
            <a:ext cx="334945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¥113,600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69280" y="274320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0" y="2743200"/>
            <a:ext cx="132771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502920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¥2,580,000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669280" y="3566160"/>
            <a:ext cx="30175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0" y="3566160"/>
            <a:ext cx="3017520" cy="685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注：利息计算至实际清偿之日止，按同期LPR四倍标准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诉讼进度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Litigation Progress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303520" y="91440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3444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1732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9456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5740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举证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8892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71800" y="1371600"/>
            <a:ext cx="594360" cy="59436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0F2A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3464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开庭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66160" y="1664208"/>
            <a:ext cx="1828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49040" y="1371600"/>
            <a:ext cx="594360" cy="594360"/>
          </a:xfrm>
          <a:prstGeom prst="ellipse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43400" y="1664208"/>
            <a:ext cx="1828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1371600"/>
            <a:ext cx="594360" cy="594360"/>
          </a:xfrm>
          <a:prstGeom prst="ellipse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274320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2743200"/>
            <a:ext cx="54864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0" y="2816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一审开庭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338328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3383280"/>
            <a:ext cx="54864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剩余时间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286000" y="3456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约60天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48640" y="402336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Shape 32"/>
          <p:cNvSpPr/>
          <p:nvPr/>
        </p:nvSpPr>
        <p:spPr>
          <a:xfrm>
            <a:off x="548640" y="402336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胜诉概率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286000" y="4096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Litigation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10972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61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财产保全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463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申请冻结被告银行账户，确保执行可能性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65960"/>
            <a:ext cx="10972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21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证据攻势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系统整理合同履行证据，准备举证材料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1097280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谈判和解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33832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在庭审前尝试调解，争取有利结果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86200"/>
            <a:ext cx="1097280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42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庭审应对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37360" y="4343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强化代理意见，积极应对庭审程序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对方抗辩分析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对方核心主张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货物质量存在瑕疵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付款条件未成就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原告亦有违约行为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73152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我方反驳要点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验收记录显示质量合格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发票签收证明付款期限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对方违约在先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综合分析，我方证据链完整，对方抗辩理由缺乏事实和法律依据，预计庭审中可有效反驳对方观点，争取有利判决。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关键证据清单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合同文件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采购合同原件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补充协议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招标文件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履行证据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送货单据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验收确认书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发票清单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违约证明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催告函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律师函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往来函件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7180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损失依据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财务凭证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利息计算表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执行申请书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合同纠纷案件分析</dc:title>
  <dc:subject>合同纠纷案件分析</dc:subject>
  <dc:creator>法律智囊</dc:creator>
  <cp:lastModifiedBy>法律智囊</cp:lastModifiedBy>
  <cp:revision>1</cp:revision>
  <dcterms:created xsi:type="dcterms:W3CDTF">2026-03-23T03:40:11Z</dcterms:created>
  <dcterms:modified xsi:type="dcterms:W3CDTF">2026-03-23T03:40:11Z</dcterms:modified>
</cp:coreProperties>
</file>