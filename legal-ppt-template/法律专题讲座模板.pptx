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47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457200" cy="45720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457200"/>
            <a:ext cx="457200" cy="457200"/>
          </a:xfrm>
          <a:prstGeom prst="rect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55280" y="457200"/>
            <a:ext cx="457200" cy="457200"/>
          </a:xfrm>
          <a:prstGeom prst="rect">
            <a:avLst/>
          </a:prstGeom>
          <a:solidFill>
            <a:srgbClr val="C9A227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1005840"/>
            <a:ext cx="457200" cy="457200"/>
          </a:xfrm>
          <a:prstGeom prst="rect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005840"/>
            <a:ext cx="457200" cy="457200"/>
          </a:xfrm>
          <a:prstGeom prst="rect">
            <a:avLst/>
          </a:prstGeom>
          <a:solidFill>
            <a:srgbClr val="C9A22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011680"/>
            <a:ext cx="18288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专题讲座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企业合同风险管理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从签订到履行的全流程法律实务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2004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  |  2024年6月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讲座大纲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97280"/>
            <a:ext cx="82296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合同风险概述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企业合同管理的重要性与风险识别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1920240"/>
            <a:ext cx="73152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97280"/>
            <a:ext cx="82296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6928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签订阶段风险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主体审查、条款设计与风险防控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920240"/>
            <a:ext cx="73152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26080"/>
            <a:ext cx="82296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83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4630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履行阶段风险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变更、转让、解除中的法律风险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749040"/>
            <a:ext cx="73152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29260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926080"/>
            <a:ext cx="82296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383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66928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纠纷解决路径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692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协商、调解、仲裁、诉讼的选择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3749040"/>
            <a:ext cx="73152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8412480" y="1371600"/>
            <a:ext cx="457200" cy="365760"/>
          </a:xfrm>
          <a:prstGeom prst="rect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95360" y="1828800"/>
            <a:ext cx="457200" cy="365760"/>
          </a:xfrm>
          <a:prstGeom prst="rect">
            <a:avLst/>
          </a:prstGeom>
          <a:solidFill>
            <a:srgbClr val="2C5282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412480" y="2286000"/>
            <a:ext cx="457200" cy="36576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合同风险概述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合同风险的危害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经济损失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声誉损害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经营中断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2C528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风险的成因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42900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06908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法律意识薄弱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2900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3" name="Shape 31"/>
          <p:cNvSpPr/>
          <p:nvPr/>
        </p:nvSpPr>
        <p:spPr>
          <a:xfrm>
            <a:off x="342900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36118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06908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管理制度缺失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2900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/>
          <p:nvPr/>
        </p:nvSpPr>
        <p:spPr>
          <a:xfrm>
            <a:off x="36118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06908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人员能力不足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风险管理原则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26364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4" name="Shape 42"/>
          <p:cNvSpPr/>
          <p:nvPr/>
        </p:nvSpPr>
        <p:spPr>
          <a:xfrm>
            <a:off x="626364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0372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预防为主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6364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8" name="Shape 46"/>
          <p:cNvSpPr/>
          <p:nvPr/>
        </p:nvSpPr>
        <p:spPr>
          <a:xfrm>
            <a:off x="626364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90372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全程管控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26364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2" name="Shape 50"/>
          <p:cNvSpPr/>
          <p:nvPr/>
        </p:nvSpPr>
        <p:spPr>
          <a:xfrm>
            <a:off x="626364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9037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及时应对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412480" y="1371600"/>
            <a:ext cx="457200" cy="365760"/>
          </a:xfrm>
          <a:prstGeom prst="rect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595360" y="1828800"/>
            <a:ext cx="457200" cy="365760"/>
          </a:xfrm>
          <a:prstGeom prst="rect">
            <a:avLst/>
          </a:prstGeom>
          <a:solidFill>
            <a:srgbClr val="2C5282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12480" y="2286000"/>
            <a:ext cx="457200" cy="36576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内容标题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合同主体风险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公章管理不当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授权不明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冒名签订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2C528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合同条款风险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2900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900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06908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霸王条款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2900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06908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重大误解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2900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06908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显失公平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合同履行风险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6364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26364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90372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迟延履行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6364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626364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0372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瑕疵履行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6364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1" name="Shape 49"/>
          <p:cNvSpPr/>
          <p:nvPr/>
        </p:nvSpPr>
        <p:spPr>
          <a:xfrm>
            <a:off x="626364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9037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拒绝履行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1371600"/>
            <a:ext cx="457200" cy="365760"/>
          </a:xfrm>
          <a:prstGeom prst="rect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95360" y="1828800"/>
            <a:ext cx="457200" cy="365760"/>
          </a:xfrm>
          <a:prstGeom prst="rect">
            <a:avLst/>
          </a:prstGeom>
          <a:solidFill>
            <a:srgbClr val="2C5282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12480" y="2286000"/>
            <a:ext cx="457200" cy="36576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73152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某采购合同纠纷案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1554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原告：某设备公司    |    被告：某建筑公司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C9A227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核心争议：设备验收合格后，建筑公司拖欠货款1200万元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争议焦点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834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设备是否达到验收标准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原告主张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设备已正常运行超过合同约定期限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被告抗辩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设备存在隐蔽瑕疵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14630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法院认定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支持原告，请求被告支付全款及违约金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内容标题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合同主体风险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公章管理不当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授权不明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冒名签订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2C528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合同条款风险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2900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900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06908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霸王条款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2900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06908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重大误解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2900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06908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显失公平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合同履行风险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6364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26364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90372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迟延履行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6364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626364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0372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瑕疵履行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6364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1" name="Shape 49"/>
          <p:cNvSpPr/>
          <p:nvPr/>
        </p:nvSpPr>
        <p:spPr>
          <a:xfrm>
            <a:off x="626364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9037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拒绝履行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1371600"/>
            <a:ext cx="457200" cy="365760"/>
          </a:xfrm>
          <a:prstGeom prst="rect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95360" y="1828800"/>
            <a:ext cx="457200" cy="365760"/>
          </a:xfrm>
          <a:prstGeom prst="rect">
            <a:avLst/>
          </a:prstGeom>
          <a:solidFill>
            <a:srgbClr val="2C5282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12480" y="2286000"/>
            <a:ext cx="457200" cy="36576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73152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某设备采购合同纠纷案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1554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原告：甲公司    |    被告：乙公司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C9A227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核心争议：设备验收合格后，乙方拖欠货款800万元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争议焦点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834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设备是否验收合格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原告主张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设备已正常运行超过30日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被告抗辩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设备存在质量问题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14630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法院认定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支持原告，判决被告支付全款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内容标题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合同主体风险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公章管理不当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授权不明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冒名签订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2C528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合同条款风险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2900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900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06908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霸王条款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2900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06908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重大误解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2900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06908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显失公平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合同履行风险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6364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26364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90372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迟延履行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6364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626364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0372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瑕疵履行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6364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1" name="Shape 49"/>
          <p:cNvSpPr/>
          <p:nvPr/>
        </p:nvSpPr>
        <p:spPr>
          <a:xfrm>
            <a:off x="626364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9037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拒绝履行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1371600"/>
            <a:ext cx="457200" cy="365760"/>
          </a:xfrm>
          <a:prstGeom prst="rect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95360" y="1828800"/>
            <a:ext cx="457200" cy="365760"/>
          </a:xfrm>
          <a:prstGeom prst="rect">
            <a:avLst/>
          </a:prstGeom>
          <a:solidFill>
            <a:srgbClr val="2C5282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12480" y="2286000"/>
            <a:ext cx="457200" cy="36576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73152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某设备采购合同纠纷案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1554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原告：甲公司    |    被告：乙公司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C9A227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核心争议：设备验收合格后，乙方拖欠货款800万元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争议焦点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834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设备是否验收合格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原告主张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设备已正常运行超过30日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被告抗辩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设备存在质量问题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14630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法院认定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支持原告，判决被告支付全款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内容标题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合同主体风险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公章管理不当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授权不明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冒名签订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2C528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合同条款风险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2900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900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06908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霸王条款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2900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06908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重大误解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2900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06908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显失公平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合同履行风险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6364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26364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90372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迟延履行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6364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626364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0372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瑕疵履行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6364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1" name="Shape 49"/>
          <p:cNvSpPr/>
          <p:nvPr/>
        </p:nvSpPr>
        <p:spPr>
          <a:xfrm>
            <a:off x="626364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9037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拒绝履行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1371600"/>
            <a:ext cx="457200" cy="365760"/>
          </a:xfrm>
          <a:prstGeom prst="rect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95360" y="1828800"/>
            <a:ext cx="457200" cy="365760"/>
          </a:xfrm>
          <a:prstGeom prst="rect">
            <a:avLst/>
          </a:prstGeom>
          <a:solidFill>
            <a:srgbClr val="2C5282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12480" y="2286000"/>
            <a:ext cx="457200" cy="36576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内容标题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合同主体风险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公章管理不当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授权不明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冒名签订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2C528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合同条款风险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2900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900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06908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霸王条款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2900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06908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重大误解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2900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06908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显失公平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合同履行风险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63640" y="169164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263640" y="169164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90372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迟延履行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63640" y="269748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6263640" y="269748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0372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瑕疵履行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63640" y="3703320"/>
            <a:ext cx="2377440" cy="8686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1" name="Shape 49"/>
          <p:cNvSpPr/>
          <p:nvPr/>
        </p:nvSpPr>
        <p:spPr>
          <a:xfrm>
            <a:off x="6263640" y="3703320"/>
            <a:ext cx="73152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9037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拒绝履行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1371600"/>
            <a:ext cx="457200" cy="365760"/>
          </a:xfrm>
          <a:prstGeom prst="rect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95360" y="1828800"/>
            <a:ext cx="457200" cy="365760"/>
          </a:xfrm>
          <a:prstGeom prst="rect">
            <a:avLst/>
          </a:prstGeom>
          <a:solidFill>
            <a:srgbClr val="2C5282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12480" y="2286000"/>
            <a:ext cx="457200" cy="36576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4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82880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3108960"/>
            <a:ext cx="3657600" cy="0"/>
          </a:xfrm>
          <a:prstGeom prst="line">
            <a:avLst/>
          </a:prstGeom>
          <a:noFill/>
          <a:ln w="635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湖南金厚（宁乡）律师事务所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企业合同风险管理专题讲座</dc:title>
  <dc:subject>PptxGenJS Presentation</dc:subject>
  <dc:creator>法律智囊</dc:creator>
  <cp:lastModifiedBy>法律智囊</cp:lastModifiedBy>
  <cp:revision>1</cp:revision>
  <dcterms:created xsi:type="dcterms:W3CDTF">2026-03-23T05:09:41Z</dcterms:created>
  <dcterms:modified xsi:type="dcterms:W3CDTF">2026-03-23T05:09:41Z</dcterms:modified>
</cp:coreProperties>
</file>